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Executive AI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B8E23"/>
                </a:solidFill>
              </a:defRPr>
            </a:pPr>
            <a:r>
              <a:t>Understanding AI for Business Leaders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5029200"/>
            <a:ext cx="2133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B8E23"/>
                </a:solidFill>
              </a:defRPr>
            </a:pPr>
            <a:r>
              <a:t>FENLO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What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B8E23"/>
                </a:solidFill>
              </a:defRPr>
            </a:pPr>
            <a:r>
              <a:t>"No question is too basic" - this is your space to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Part I: The Landscape - Understanding AI fundamentals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Part II: Industry Scope - How AI drives business value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Part III: Opportunities - Exploring possibilities for you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Part IV: Open Forum - Your questions answered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D3A4A"/>
                </a:solidFill>
              </a:defRPr>
            </a:pPr>
            <a:r>
              <a:t>Quick Pulse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6B8E23"/>
                </a:solidFill>
              </a:defRPr>
            </a:pPr>
            <a:r>
              <a:t>What comes to mind when you hear "AI"?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The AI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 70-Year Journey to This Moment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1950s-1960s: The Dream Begins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1950: Alan Turing asks "Can machines think?"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1956: "Artificial Intelligence" coined at Dartmouth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Early optimism: "Human-level AI in 20 years!"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Reality: Computers too slow, memory too limited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Fun fact: The 1956 Dartmouth workshop had just 10 attendees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1970s-1980s: The First AI Winter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Grand promises didn't materialize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Funding dried up dramatically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AI became a "dirty word" in academia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But quiet progress continued in the shadows...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1990s-2000s: AI Goes Undercover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AI stopped trying to replicate human intelligence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Instead, it solved specific problems really well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And it quietly entered your life...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AI You Didn't Know Was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B8E23"/>
                </a:solidFill>
              </a:defRPr>
            </a:pPr>
            <a:r>
              <a:t>AI was everywhere - we just didn't call it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Spam Filters - Keeping your inbox clean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Netflix "You Might Like" - Recommendation engines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Google Search Ranking - Finding what you need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Fraud Detection - Protecting your bank account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2010s: The Deep Learning Revolution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Massive computing power (GPUs!) + huge data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2012: AI beats humans at image recognition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Tech giants invest billions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Fun fact: The 2012 "AlexNet" moment used GPUs designed for video games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Milestone Moments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2011: IBM Watson wins Jeopardy!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2014: Alexa enters homes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2016: AlphaGo defeats world champion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2020s - The AI Explosion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047" y="228600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6B8E23"/>
                </a:solidFill>
              </a:defRPr>
            </a:pPr>
            <a:r>
              <a:t>100M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047" y="3383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D3A4A"/>
                </a:solidFill>
              </a:defRPr>
            </a:pPr>
            <a:r>
              <a:t>users in just 2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047" y="45720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99999"/>
                </a:solidFill>
              </a:defRPr>
            </a:pPr>
            <a:r>
              <a:t>ChatGPT Launch - Nov 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5647" y="228600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6B6B"/>
                </a:solidFill>
              </a:defRPr>
            </a:pPr>
            <a:r>
              <a:t>2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647" y="3383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D3A4A"/>
                </a:solidFill>
              </a:defRPr>
            </a:pPr>
            <a:r>
              <a:t>Fastest tech adoption in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647" y="45720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99999"/>
                </a:solidFill>
              </a:defRPr>
            </a:pPr>
            <a:r>
              <a:t>vs 2.5 years for Instagram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3247" y="228600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45AEEE"/>
                </a:solidFill>
              </a:defRPr>
            </a:pPr>
            <a:r>
              <a:t>70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3247" y="3383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D3A4A"/>
                </a:solidFill>
              </a:defRPr>
            </a:pPr>
            <a:r>
              <a:t>of AI research coming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3247" y="45720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99999"/>
                </a:solidFill>
              </a:defRPr>
            </a:pPr>
            <a:r>
              <a:t>The culmination of decades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FFFFFF"/>
                </a:solidFill>
              </a:defRPr>
            </a:pPr>
            <a:r>
              <a:t>"AI didn't appear suddenly - it's been building for 70 years. What's new is that it finally became good enough and accessible enough for everyone to use."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D3A4A"/>
                </a:solidFill>
              </a:defRPr>
            </a:pPr>
            <a: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6B8E23"/>
                </a:solidFill>
              </a:defRPr>
            </a:pPr>
            <a:r>
              <a:t>Does this timeline change how you think about 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D3A4A"/>
                </a:solidFill>
              </a:defRPr>
            </a:pPr>
            <a:r>
              <a:t>Any "aha" moments?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AI You Already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It's more familiar than you think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On Your Phone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Face Unlock (Vision AI)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Autocorrect &amp; Predictive Text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Photo Organization ("Show me beach photos")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Siri, Google Assistant, Alexa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At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Spam Filtering (you never see 90% of spam)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Meeting Transcription (Zoom, Teams)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Smart Document Search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Calendar Scheduling Suggestions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In Daily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Navigation &amp; Traffic Predictions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Netflix, Spotify Recommendations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Amazon "Customers also bought..."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Bank Fraud Alerts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FFFFFF"/>
                </a:solidFill>
              </a:defRPr>
            </a:pPr>
            <a:r>
              <a:t>"You've been using AI for years. What's new is that now you can direct it yourself, instead of it working invisibly in the background."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The Breakthroughs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Understanding Different Types of AI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Deep Learning - The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B8E23"/>
                </a:solidFill>
              </a:defRPr>
            </a:pPr>
            <a:r>
              <a:t>Traditional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6B"/>
                </a:solidFill>
              </a:defRPr>
            </a:pPr>
            <a:r>
              <a:t>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Humans write rules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Computers follow blindly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Limited to what programmers anticipate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Show thousands of examples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Computer learns patterns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Discovers insights humans miss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FFFFFF"/>
                </a:solidFill>
              </a:defRPr>
            </a:pPr>
            <a:r>
              <a:t>"Instead of teaching 'a cat has pointy ears, whiskers, and fur,' you show 10,000 pictures until it figures out what makes a cat a cat."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Vision Models: Machines That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Recognize Faces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Read Documents &amp; Handwriting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Detect Manufacturing Defects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Analyze Medical Scans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Identify Objects in Video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Read License Plates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Vision Models - Business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Quality control - catches defects humans miss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Document processing - extracts data from PDFs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Security - face recognition access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Insurance - assess damage from photos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Language Models: Machines That Read &amp; 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2017: "Transformers" breakthrough at Google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AI finally understands context and meaning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Not just matching keywords anymore - actually gets it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What Language Models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Answer Complex Questions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Write Any Type of Content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Summarize Long Documents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Translate 100+ Languages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Extract Key Information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Analyze Sentiment &amp; Tone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Large Language Models (LLMs)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10820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B8E23"/>
                </a:solidFill>
              </a:defRPr>
            </a:pPr>
            <a:r>
              <a:t>The Current Wave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Trained on most of the internet's text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Handle almost any text-based task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No coding or technical skills required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Understand context, nuance, even humor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The Key Players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OpenAI - ChatGPT / GPT-4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Anthropic - Claude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Google - Gemini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Microsoft - Copilot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Meta - Llama (Open Source)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Which One Should You Use?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B8E23"/>
                </a:solidFill>
              </a:defRPr>
            </a:pPr>
            <a:r>
              <a:t>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6B"/>
                </a:solidFill>
              </a:defRPr>
            </a:pPr>
            <a:r>
              <a:t>More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ChatGPT: General-purpose, creative writing, large plugin ecosystem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Claude: Long documents (200k+ tokens), nuanced responses, enterprise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Gemini: Google Workspace integration, multimodal, free tier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Copilot: Microsoft integration, great for Office users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LLM Limitations - Important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Hallucinations: Can be confidently wrong - always verify facts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Knowledge cutoff: Doesn't know recent events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Garbage in, garbage out: Quality depends on your instructions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AI Agents: Machines That Take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B8E23"/>
                </a:solidFill>
              </a:defRPr>
            </a:pPr>
            <a:r>
              <a:t>Regular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6B"/>
                </a:solidFill>
              </a:defRPr>
            </a:pPr>
            <a:r>
              <a:t>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You ask a question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It gives an answer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You do the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You give a goal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It figures out steps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It takes action for you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Agent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"Research our top 5 competitors" → Browses websites, reads reviews, compiles report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"Schedule a team meeting next week" → Checks calendars, finds time, sends invites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"Book me a flight to NYC under $500" → Searches options, compares prices, recommends best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FFFFFF"/>
                </a:solidFill>
              </a:defRPr>
            </a:pPr>
            <a:r>
              <a:t>"Regular AI is like a calculator - you push buttons and get answers. An agent is like a personal assistant who can run errands for you."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Generative AI: Machines That Create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Not just analyzing existing content...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Creating brand new text, images, code, audio, video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This is the "magic" people are excited about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What Generative AI Can Create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Text: Emails, reports, articles, scripts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Images: Marketing visuals, mockups, art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Code: Programs, websites, scripts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Audio: Voiceovers, music, podcasts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Video: Clips, animations, ads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FFFFFF"/>
                </a:solidFill>
              </a:defRPr>
            </a:pPr>
            <a:r>
              <a:t>"Generative AI amplifies human creativity - it doesn't replace the need for judgment, taste, and oversight."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Key Terms - Plain English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Prompt: The instruction or question you give to AI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Hallucination: When AI confidently makes up facts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Training: How AI learns from millions of examples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Model: The AI 'brain' (GPT-4, Claude, Gemini)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Context Window: How much AI can 'remember' at once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Fine-tuning: Customizing AI for specific tasks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D3A4A"/>
                </a:solidFill>
              </a:defRPr>
            </a:pPr>
            <a: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6B8E23"/>
                </a:solidFill>
              </a:defRPr>
            </a:pPr>
            <a:r>
              <a:t>Which AI type seems most relevant to your business?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D3A4A"/>
                </a:solidFill>
              </a:defRPr>
            </a:pPr>
            <a:r>
              <a:t>What surprised you most? What concerns do you have?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Part I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2D3A4A"/>
                </a:solidFill>
              </a:defRPr>
            </a:pPr>
            <a:r>
              <a:t>1. AI has been building for 70 years - this isn't hype</a:t>
            </a:r>
          </a:p>
          <a:p>
            <a:pPr>
              <a:spcAft>
                <a:spcPts val="1600"/>
              </a:spcAft>
              <a:defRPr sz="2400">
                <a:solidFill>
                  <a:srgbClr val="2D3A4A"/>
                </a:solidFill>
              </a:defRPr>
            </a:pPr>
            <a:r>
              <a:t>2. You already use AI daily - it's familiar</a:t>
            </a:r>
          </a:p>
          <a:p>
            <a:pPr>
              <a:spcAft>
                <a:spcPts val="1600"/>
              </a:spcAft>
              <a:defRPr sz="2400">
                <a:solidFill>
                  <a:srgbClr val="2D3A4A"/>
                </a:solidFill>
              </a:defRPr>
            </a:pPr>
            <a:r>
              <a:t>3. Different types serve different purposes</a:t>
            </a:r>
          </a:p>
          <a:p>
            <a:pPr>
              <a:spcAft>
                <a:spcPts val="1600"/>
              </a:spcAft>
              <a:defRPr sz="2400">
                <a:solidFill>
                  <a:srgbClr val="2D3A4A"/>
                </a:solidFill>
              </a:defRPr>
            </a:pPr>
            <a:r>
              <a:t>4. We're in a pivotal moment - accessible to all</a:t>
            </a:r>
          </a:p>
          <a:p>
            <a:pPr>
              <a:spcAft>
                <a:spcPts val="1600"/>
              </a:spcAft>
              <a:defRPr sz="2400">
                <a:solidFill>
                  <a:srgbClr val="2D3A4A"/>
                </a:solidFill>
              </a:defRPr>
            </a:pPr>
            <a:r>
              <a:t>5. Human judgment remains essential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Now that we understand what AI is and how we got here...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8E23"/>
                </a:solidFill>
              </a:defRPr>
            </a:pPr>
            <a:r>
              <a:t>Let's see how businesses are actually using it to create value.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Industry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How AI Drives Real Business Value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The Reality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AI amplifies people, doesn't replace them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Winners start with problems, not technology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Fortune 500s AND 10-person teams benefit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The Numbers Are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047" y="228600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6B8E23"/>
                </a:solidFill>
              </a:defRPr>
            </a:pPr>
            <a:r>
              <a:t>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047" y="3383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D3A4A"/>
                </a:solidFill>
              </a:defRPr>
            </a:pPr>
            <a:r>
              <a:t>productivity gain in AI-augmented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047" y="45720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99999"/>
                </a:solidFill>
              </a:defRPr>
            </a:pPr>
            <a:r>
              <a:t>McKinsey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5647" y="228600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6B6B"/>
                </a:solidFill>
              </a:defRPr>
            </a:pPr>
            <a:r>
              <a:t>72%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647" y="3383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D3A4A"/>
                </a:solidFill>
              </a:defRPr>
            </a:pPr>
            <a:r>
              <a:t>of executives say AI is a top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647" y="45720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99999"/>
                </a:solidFill>
              </a:defRPr>
            </a:pPr>
            <a:r>
              <a:t>Deloitte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3247" y="228600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45AEEE"/>
                </a:solidFill>
              </a:defRPr>
            </a:pPr>
            <a:r>
              <a:t>$15.7T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3247" y="3383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D3A4A"/>
                </a:solidFill>
              </a:defRPr>
            </a:pPr>
            <a:r>
              <a:t>potential AI contribution to global economy by 2030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3247" y="45720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99999"/>
                </a:solidFill>
              </a:defRPr>
            </a:pPr>
            <a:r>
              <a:t>PwC Global AI Study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6 AI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AUTOMATE - Handle repetitive tasks (Start here!)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ANALYZE - Find patterns and insights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CREATE - Generate content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ASSIST - Help humans work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PREDICT - Forecast the future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PERSONALIZE - Tailor to individuals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AUTOMATE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AI handles repetitive tasks so your team can focus on what matters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AUTOMATE - Before &amp;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B8E23"/>
                </a:solidFill>
              </a:defRPr>
            </a:pPr>
            <a:r>
              <a:t>Before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6B"/>
                </a:solidFill>
              </a:defRPr>
            </a:pPr>
            <a:r>
              <a:t>After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Manual invoice entry - hours per week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Owner reads every email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Phone tag for scheduling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Data entry from paper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Auto-extracted and filed in seconds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Auto-categorized, urgent items flagged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Self-service AI booking assistant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Scan → auto-captured → database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AUTOMATE - Enterprise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Claims processing: Weeks of manual review → Same-day decisions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Employee onboarding: HR manually provisions → Automated workflows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Compliance monitoring: Quarterly audits → Continuous automated checks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91440" cy="182880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Real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2D3A4A"/>
                </a:solidFill>
              </a:defRPr>
            </a:pPr>
            <a:r>
              <a:t>"A 15-person accounting firm automated invoice processing. What took 2 hours daily now takes 10 minutes."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B8E23"/>
                </a:solidFill>
              </a:defRPr>
            </a:pPr>
            <a:r>
              <a:t>40+ hours/month back for client work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5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ANALYZE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AI finds patterns and insights hidden in your data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ANALYZE - Ask AI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"Which customers are likely to buy again this quarter?"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"What themes are appearing in our customer reviews?"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"Flag any unusual expenses in this report"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"Summarize key trends in plain English"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ANALYZE - Enterprise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Supply chain: Predict disruptions before they happen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Churn prediction: Identify at-risk customers proactively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Forecasting: Multiple scenarios in minutes, not days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91440" cy="182880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Real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2D3A4A"/>
                </a:solidFill>
              </a:defRPr>
            </a:pPr>
            <a:r>
              <a:t>"A retail chain found that weather 5 days out was the best predictor of inventory needs."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B8E23"/>
                </a:solidFill>
              </a:defRPr>
            </a:pPr>
            <a:r>
              <a:t>Something no human analyst had ever noticed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CREATE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AI generates content from your direction - first drafts in seconds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CREATE - Content at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B8E23"/>
                </a:solidFill>
              </a:defRPr>
            </a:pPr>
            <a:r>
              <a:t>SMB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6B"/>
                </a:solidFill>
              </a:defRPr>
            </a:pPr>
            <a:r>
              <a:t>Enterprise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Marketing emails &amp; newsletters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Social media posts (week in minutes!)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Product descriptions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Proposals &amp; quotes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Training materials &amp; assessments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Company-wide communications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Technical documentation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Localization (50+ languages)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FFFFFF"/>
                </a:solidFill>
              </a:defRPr>
            </a:pPr>
            <a:r>
              <a:t>"AI creates first drafts, not final products. Human review ensures quality, accuracy, and your unique brand voice."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86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AI as a knowledgeable helper, available 24/7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ASSIST - Your AI Teammate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B8E23"/>
                </a:solidFill>
              </a:defRPr>
            </a:pPr>
            <a:r>
              <a:t>SMB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6B"/>
                </a:solidFill>
              </a:defRPr>
            </a:pPr>
            <a:r>
              <a:t>Enterprise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Customer support chatbot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Internal FAQ assistant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Sales call prep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Meeting notes &amp; action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IT help desk (auto-resolve tickets)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HR policy questions 24/7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Legal document research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Engineering code copilot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91440" cy="182880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Real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2D3A4A"/>
                </a:solidFill>
              </a:defRPr>
            </a:pPr>
            <a:r>
              <a:t>"A law firm trained AI on their document library. Junior associates now get answers in seconds that used to require bothering senior partners."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B8E23"/>
                </a:solidFill>
              </a:defRPr>
            </a:pPr>
            <a:r>
              <a:t>Senior time freed up. Juniors empowered. Everyone wins.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PREDICT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AI forecasts future outcomes so you can prepare, not react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PREDICT - See the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B8E23"/>
                </a:solidFill>
              </a:defRPr>
            </a:pPr>
            <a:r>
              <a:t>What AI Predicts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6B"/>
                </a:solidFill>
              </a:defRPr>
            </a:pPr>
            <a:r>
              <a:t>Business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Cash flow forecasting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Demand planning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Lead scoring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Equipment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Know when money will be tight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Stock the right inventory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Focus on best prospects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Fix it before it breaks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91440" cy="182880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Real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2D3A4A"/>
                </a:solidFill>
              </a:defRPr>
            </a:pPr>
            <a:r>
              <a:t>"A manufacturing company predicts equipment failures 2 weeks in advance."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B8E23"/>
                </a:solidFill>
              </a:defRPr>
            </a:pPr>
            <a:r>
              <a:t>Unplanned downtime dropped 70%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C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PERSONALIZE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AI tailors every experience to each individual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PERSONALIZE - One Size Fits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B8E23"/>
                </a:solidFill>
              </a:defRPr>
            </a:pPr>
            <a:r>
              <a:t>SMB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6B6B"/>
                </a:solidFill>
              </a:defRPr>
            </a:pPr>
            <a:r>
              <a:t>Enterprise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Segmented email campaigns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"Customers like you bought..."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Dynamic pricing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Optimal send timing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Website personalization by visitor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Adaptive employee training paths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Next-best-action in sales</a:t>
            </a:r>
          </a:p>
          <a:p>
            <a:pPr>
              <a:spcAft>
                <a:spcPts val="1000"/>
              </a:spcAft>
              <a:defRPr sz="2000">
                <a:solidFill>
                  <a:srgbClr val="2D3A4A"/>
                </a:solidFill>
              </a:defRPr>
            </a:pPr>
            <a:r>
              <a:t>• Multi-channel journey orchestration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91440" cy="182880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Real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2D3A4A"/>
                </a:solidFill>
              </a:defRPr>
            </a:pPr>
            <a:r>
              <a:t>"An e-commerce SMB personalized email subject lines with AI."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B8E23"/>
                </a:solidFill>
              </a:defRPr>
            </a:pPr>
            <a:r>
              <a:t>35% higher open rates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The AI Value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PERSONALIZE - Tailor to individuals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PREDICT - Forecast the future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ASSIST - Help humans work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CREATE - Generate content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ANALYZE - Find insights</a:t>
            </a:r>
          </a:p>
          <a:p>
            <a:pPr>
              <a:spcAft>
                <a:spcPts val="1200"/>
              </a:spcAft>
              <a:defRPr sz="2400">
                <a:solidFill>
                  <a:srgbClr val="2D3A4A"/>
                </a:solidFill>
              </a:defRPr>
            </a:pPr>
            <a:r>
              <a:t>• AUTOMATE - Handle repetitive tasks ← Start here!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FFFFFF"/>
                </a:solidFill>
              </a:defRPr>
            </a:pPr>
            <a:r>
              <a:t>"You don't need all six. Start with one capability that solves a real problem. Expand from there."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B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D3A4A"/>
                </a:solidFill>
              </a:defRPr>
            </a:pPr>
            <a: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6B8E23"/>
                </a:solidFill>
              </a:defRPr>
            </a:pPr>
            <a:r>
              <a:t>Which capability would make the biggest difference for you?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D3A4A"/>
                </a:solidFill>
              </a:defRPr>
            </a:pPr>
            <a:r>
              <a:t>Did any examples remind you of current challenges?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3A4A"/>
                </a:solidFill>
              </a:defRPr>
            </a:pPr>
            <a:r>
              <a:t>Part II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2D3A4A"/>
                </a:solidFill>
              </a:defRPr>
            </a:pPr>
            <a:r>
              <a:t>1. 6 core ways AI creates business value</a:t>
            </a:r>
          </a:p>
          <a:p>
            <a:pPr>
              <a:spcAft>
                <a:spcPts val="1600"/>
              </a:spcAft>
              <a:defRPr sz="2400">
                <a:solidFill>
                  <a:srgbClr val="2D3A4A"/>
                </a:solidFill>
              </a:defRPr>
            </a:pPr>
            <a:r>
              <a:t>2. Size doesn't matter - SMBs and enterprises both win</a:t>
            </a:r>
          </a:p>
          <a:p>
            <a:pPr>
              <a:spcAft>
                <a:spcPts val="1600"/>
              </a:spcAft>
              <a:defRPr sz="2400">
                <a:solidFill>
                  <a:srgbClr val="2D3A4A"/>
                </a:solidFill>
              </a:defRPr>
            </a:pPr>
            <a:r>
              <a:t>3. Start with the problem, not the technology</a:t>
            </a:r>
          </a:p>
          <a:p>
            <a:pPr>
              <a:spcAft>
                <a:spcPts val="1600"/>
              </a:spcAft>
              <a:defRPr sz="2400">
                <a:solidFill>
                  <a:srgbClr val="2D3A4A"/>
                </a:solidFill>
              </a:defRPr>
            </a:pPr>
            <a:r>
              <a:t>4. Humans remain central - AI is a tool</a:t>
            </a:r>
          </a:p>
          <a:p>
            <a:pPr>
              <a:spcAft>
                <a:spcPts val="1600"/>
              </a:spcAft>
              <a:defRPr sz="2400">
                <a:solidFill>
                  <a:srgbClr val="2D3A4A"/>
                </a:solidFill>
              </a:defRPr>
            </a:pPr>
            <a:r>
              <a:t>5. Results are real and measurable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You've seen what's possible across industries.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B8E23"/>
                </a:solidFill>
              </a:defRPr>
            </a:pPr>
            <a:r>
              <a:t>Now let's focus on your organization.</a:t>
            </a:r>
            <a:br/>
            <a:br/>
            <a:r>
              <a:t>Part III: Opportunity Exploration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